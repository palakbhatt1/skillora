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 401: Operating Systems &amp; Process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3: Deadlocks, Semaphores &amp; Concurrency</a:t>
            </a:r>
          </a:p>
          <a:p>
            <a:r>
              <a:t>Instructor: Prof. K. R. Sharma</a:t>
            </a:r>
          </a:p>
          <a:p>
            <a: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Agenda &amp;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the end of this session, students will be able to:</a:t>
            </a:r>
          </a:p>
          <a:p>
            <a:r>
              <a:t>- Understand the 4 Coffman conditions for deadlock</a:t>
            </a:r>
          </a:p>
          <a:p>
            <a:r>
              <a:t>- Implement mutex locks and counting semaphores</a:t>
            </a:r>
          </a:p>
          <a:p>
            <a:r>
              <a:t>- Analyze Banker Algorithm for deadlock avoidance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Textbook &amp; Examination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Required Textbook: Silberschatz, Galvin - Operating System Concepts (10th Ed.)</a:t>
            </a:r>
          </a:p>
          <a:p>
            <a:r>
              <a:t>Midterm Examination: 30% of total grade</a:t>
            </a:r>
          </a:p>
          <a:p>
            <a:r>
              <a:t>Homework Assignment 2 due next Friday before 11:59 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Office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 regarding Process Synchronization?</a:t>
            </a:r>
          </a:p>
          <a:p>
            <a:r>
              <a:t>Office Hours: Tuesday &amp; Thursday 3:00 PM - 5:00 PM</a:t>
            </a:r>
          </a:p>
          <a:p>
            <a:r>
              <a:t>Thank you for attending today lecture!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